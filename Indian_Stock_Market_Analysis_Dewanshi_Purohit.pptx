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AE55F-0C55-5045-36EB-C04DBCD75B0E}" v="180" dt="2026-05-30T07:25:57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6618" y="931863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ea typeface="+mj-lt"/>
                <a:cs typeface="+mj-lt"/>
              </a:rPr>
              <a:t>Indian Stock Market Analysis and Price Prediction Using Python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6618" y="3669274"/>
            <a:ext cx="9144000" cy="19583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 dirty="0">
                <a:ea typeface="+mn-lt"/>
                <a:cs typeface="+mn-lt"/>
              </a:rPr>
              <a:t>Prepared by: Dewanshi Purohit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Internship Project – Data Analysis with Python</a:t>
            </a:r>
            <a:br>
              <a:rPr lang="en-US" sz="2800" dirty="0">
                <a:ea typeface="+mn-lt"/>
                <a:cs typeface="+mn-lt"/>
              </a:rPr>
            </a:b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Naviotech</a:t>
            </a:r>
            <a:r>
              <a:rPr lang="en-US" sz="2800" dirty="0">
                <a:ea typeface="+mn-lt"/>
                <a:cs typeface="+mn-lt"/>
              </a:rPr>
              <a:t> Solutions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5AE4-F97D-7C75-ADE1-1C254FB3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A832F-52E8-980F-165D-C90E6F9E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>
                <a:ea typeface="+mn-lt"/>
                <a:cs typeface="+mn-lt"/>
              </a:rPr>
              <a:t>The stock market is a platform where shares of companies are bought and sold.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  Stock market analysis helps investors understand market trends.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  Data analysis and machine learning can be used to study      historical stock prices and make predictions.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 In this project, Reliance Industries stock data was analyzed using Python.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846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DCFE8-ABC2-0E28-E8A0-AA3B782B2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PROJECT 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809CC-B4F9-A329-D311-8DDD2B4CC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 collect historical stock market data of Reliance Industries.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 analyze stock price trends and patterns.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 visualize stock performance using graphs.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 apply machine learning techniques for prediction.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 predict future stock prices using Linear Regression.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To understand the role of data analysis in financial markets. 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8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9E6D-B491-4080-93C8-81EEE535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TECHNOLOGIES USED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0AC-1870-11FD-8861-BA599DBA9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>
                <a:ea typeface="+mn-lt"/>
                <a:cs typeface="+mn-lt"/>
              </a:rPr>
              <a:t>Programming Language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Python 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Libraries Used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Pandas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NumPy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Matplotlib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Scikit-Learn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yFinance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Development Environment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Jupyter Notebook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76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59352-CD34-2A19-ECB5-A15EECA0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COLLECTION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0A196-B6AB-0640-10F9-991B37E97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Data Source: Yahoo Finance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Stock Selected: Reliance Industries (RELIANCE.NS)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Data downloaded using </a:t>
            </a:r>
            <a:r>
              <a:rPr lang="en-US" dirty="0" err="1">
                <a:ea typeface="+mn-lt"/>
                <a:cs typeface="+mn-lt"/>
              </a:rPr>
              <a:t>yFinance</a:t>
            </a:r>
            <a:r>
              <a:rPr lang="en-US" dirty="0">
                <a:ea typeface="+mn-lt"/>
                <a:cs typeface="+mn-lt"/>
              </a:rPr>
              <a:t> library.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Period: January 2023 – May 2026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fields collected: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Open Price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High Price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Low Price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Close Price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Volume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05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49928-AB0D-5AEE-D7D2-F178CE94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Data Collection &amp; Dataset Information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00DD064F-E450-069C-1131-951E00510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517081"/>
            <a:ext cx="4443154" cy="34928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Stock Selected: Reliance Industries (RELIANCE.NS)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Data Source: Yahoo Finance (</a:t>
            </a:r>
            <a:r>
              <a:rPr lang="en-US" sz="2400" dirty="0" err="1">
                <a:ea typeface="+mn-lt"/>
                <a:cs typeface="+mn-lt"/>
              </a:rPr>
              <a:t>yfinance</a:t>
            </a:r>
            <a:r>
              <a:rPr lang="en-US" sz="2400" dirty="0">
                <a:ea typeface="+mn-lt"/>
                <a:cs typeface="+mn-lt"/>
              </a:rPr>
              <a:t>)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Period: Jan 2023 – May 2026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Total Records: 841 trading days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Features Used: Open, High, Low, Close, Volume</a:t>
            </a:r>
            <a:endParaRPr lang="en-US" sz="2400"/>
          </a:p>
          <a:p>
            <a:endParaRPr lang="en-US" sz="1800" dirty="0"/>
          </a:p>
        </p:txBody>
      </p:sp>
      <p:pic>
        <p:nvPicPr>
          <p:cNvPr id="4" name="Content Placeholder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67C0AF1-CDD2-4BF7-2A19-6AC3B9A4A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777799"/>
            <a:ext cx="6440424" cy="32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5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1BA6-9C4E-B6F7-149D-EEAB706AF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44" y="417801"/>
            <a:ext cx="3247054" cy="624560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Dataset Preview</a:t>
            </a:r>
            <a:endParaRPr lang="en-US" sz="34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390F4B-5412-3CCA-C25A-5ECB8CBE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62" y="1583586"/>
            <a:ext cx="5105080" cy="471087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sz="2400" dirty="0" err="1">
                <a:latin typeface="Consolas"/>
              </a:rPr>
              <a:t>data.head</a:t>
            </a:r>
            <a:r>
              <a:rPr lang="en-US" sz="2400" dirty="0">
                <a:latin typeface="Consolas"/>
              </a:rPr>
              <a:t>()</a:t>
            </a:r>
            <a:r>
              <a:rPr lang="en-US" sz="2400" dirty="0">
                <a:ea typeface="+mn-lt"/>
                <a:cs typeface="+mn-lt"/>
              </a:rPr>
              <a:t> function displays the first 5 rows of the dataset.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It provides a quick overview of the stock market data collected. 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The dataset contains important features such as: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Open Price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High Price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Low Price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Close Price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Volume</a:t>
            </a:r>
            <a:endParaRPr lang="en-US" sz="2400"/>
          </a:p>
          <a:p>
            <a:endParaRPr lang="en-US" sz="2000" dirty="0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4FD31E04-056C-69EE-DE1D-3A4D6B3BD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23" y="2025547"/>
            <a:ext cx="6389346" cy="279533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50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9B9E8A9-352D-4DCB-9485-C777000D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0C60D-2C8B-957E-1BC9-4CD29156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18" y="888493"/>
            <a:ext cx="6732227" cy="628515"/>
          </a:xfrm>
        </p:spPr>
        <p:txBody>
          <a:bodyPr anchor="b"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Stock Price Trend Analysis</a:t>
            </a:r>
            <a:endParaRPr lang="en-US" sz="36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A9B0E5-C2C1-4B85-99A9-117A659D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8AEACA-9535-4BE8-A91B-8BE82BA54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graph of a stock price prediction&#10;&#10;AI-generated content may be incorrect.">
            <a:extLst>
              <a:ext uri="{FF2B5EF4-FFF2-40B4-BE49-F238E27FC236}">
                <a16:creationId xmlns:a16="http://schemas.microsoft.com/office/drawing/2014/main" id="{3546EFC7-8390-A0FF-EDD7-F8B0A28A4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684" y="362193"/>
            <a:ext cx="5126243" cy="3064228"/>
          </a:xfrm>
          <a:prstGeom prst="rect">
            <a:avLst/>
          </a:prstGeom>
        </p:spPr>
      </p:pic>
      <p:sp>
        <p:nvSpPr>
          <p:cNvPr id="27" name="Content Placeholder 8">
            <a:extLst>
              <a:ext uri="{FF2B5EF4-FFF2-40B4-BE49-F238E27FC236}">
                <a16:creationId xmlns:a16="http://schemas.microsoft.com/office/drawing/2014/main" id="{DA8E3322-FBAD-AD36-5791-BBBAE8FA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90" y="1719790"/>
            <a:ext cx="6732224" cy="42822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The graph shows Reliance stock price movement from 2023–2026.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Stock prices fluctuated throughout the period.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Several upward and downward trends are visible.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Historical trends help understand market behavior.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The graph is useful for analysis before prediction. 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 descr="A graph showing the price of a stock&#10;&#10;AI-generated content may be incorrect.">
            <a:extLst>
              <a:ext uri="{FF2B5EF4-FFF2-40B4-BE49-F238E27FC236}">
                <a16:creationId xmlns:a16="http://schemas.microsoft.com/office/drawing/2014/main" id="{AED4CC94-84A6-288B-8029-65061AF92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685" y="3725487"/>
            <a:ext cx="5126243" cy="266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46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4130-1496-A5C9-D25F-176B91B8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3"/>
            <a:ext cx="3687491" cy="1594189"/>
          </a:xfrm>
        </p:spPr>
        <p:txBody>
          <a:bodyPr anchor="t"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Stock Price Prediction using Linear Regression</a:t>
            </a:r>
            <a:endParaRPr lang="en-US" sz="36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B2CB1B4-06BB-2AB0-32D6-F91D4FB6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517" y="761"/>
            <a:ext cx="7446606" cy="27861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Linear Regression was used to predict future stock prices.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Historical stock data was used to train the model.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The graph shows the predicted stock prices for upcoming days. 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The predicted trend indicates a gradual increase in stock price.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Machine learning helps estimate future market behavior. 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Content Placeholder 3" descr="A graph with red dots and numbers&#10;&#10;AI-generated content may be incorrect.">
            <a:extLst>
              <a:ext uri="{FF2B5EF4-FFF2-40B4-BE49-F238E27FC236}">
                <a16:creationId xmlns:a16="http://schemas.microsoft.com/office/drawing/2014/main" id="{7BB31887-337E-3C28-3F83-288D99A10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61" b="2156"/>
          <a:stretch>
            <a:fillRect/>
          </a:stretch>
        </p:blipFill>
        <p:spPr>
          <a:xfrm>
            <a:off x="-2" y="2694997"/>
            <a:ext cx="12192002" cy="40397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2221BB3-7B5D-C899-7745-66D7AC323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D2D571-38D7-DB0F-166C-14FEDA700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8AEF72-50CD-C201-F6BF-C595BBBE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39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ADD8-6185-2DDA-9356-50C9620E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890"/>
            <a:ext cx="105156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2E84A-927C-B00D-725E-B1827DF4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4713"/>
            <a:ext cx="10515600" cy="31186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Reliance stock data was collected using Yahoo Finance.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Data was analyzed and visualized using Python.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Historical stock trends were studied successfully.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Linear Regression was applied for stock price prediction.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project demonstrates the use of data analysis and machine learning in the stock market.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2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Indian Stock Market Analysis and Price Prediction Using Python</vt:lpstr>
      <vt:lpstr>INTRODUCTION</vt:lpstr>
      <vt:lpstr>PROJECT OBJECTIVES</vt:lpstr>
      <vt:lpstr>TECHNOLOGIES USED</vt:lpstr>
      <vt:lpstr>DATA COLLECTION</vt:lpstr>
      <vt:lpstr>Data Collection &amp; Dataset Information</vt:lpstr>
      <vt:lpstr>Dataset Preview</vt:lpstr>
      <vt:lpstr>Stock Price Trend Analysis</vt:lpstr>
      <vt:lpstr>Stock Price Prediction using Linear Regression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147</cp:revision>
  <dcterms:created xsi:type="dcterms:W3CDTF">2026-05-30T06:38:16Z</dcterms:created>
  <dcterms:modified xsi:type="dcterms:W3CDTF">2026-05-30T07:29:26Z</dcterms:modified>
</cp:coreProperties>
</file>